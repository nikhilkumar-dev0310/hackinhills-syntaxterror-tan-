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803274" y="4586497"/>
            <a:ext cx="11896807" cy="2831587"/>
            <a:chOff x="0" y="-114300"/>
            <a:chExt cx="15862410" cy="3775450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-114300"/>
              <a:ext cx="8473247" cy="133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55" u="none" cap="none" strike="noStrike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</a:t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4917498" y="1498356"/>
              <a:ext cx="10944912" cy="2162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9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TEAM NAME</a:t>
              </a:r>
              <a:endParaRPr/>
            </a:p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9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MEMBER NAMES</a:t>
              </a:r>
              <a:endParaRPr/>
            </a:p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9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ROLES OF THE MEMBERS</a:t>
              </a:r>
              <a:endParaRPr/>
            </a:p>
          </p:txBody>
        </p:sp>
      </p:grpSp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42925" y="2001834"/>
            <a:ext cx="8601075" cy="53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THEME</a:t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1972243" y="2525665"/>
            <a:ext cx="11438558" cy="2321168"/>
            <a:chOff x="0" y="-9525"/>
            <a:chExt cx="15251410" cy="3094890"/>
          </a:xfrm>
        </p:grpSpPr>
        <p:sp>
          <p:nvSpPr>
            <p:cNvPr id="96" name="Google Shape;96;p14"/>
            <p:cNvSpPr txBox="1"/>
            <p:nvPr/>
          </p:nvSpPr>
          <p:spPr>
            <a:xfrm>
              <a:off x="0" y="-9525"/>
              <a:ext cx="14028700" cy="224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Structure/Template</a:t>
              </a:r>
              <a:endParaRPr/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222710" y="1408965"/>
              <a:ext cx="14028700" cy="16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Problem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Impact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Theme Alignment</a:t>
              </a:r>
              <a:endParaRPr/>
            </a:p>
          </p:txBody>
        </p:sp>
      </p:grpSp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34132" y="1962522"/>
            <a:ext cx="2771894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4" name="Google Shape;104;p15"/>
          <p:cNvGrpSpPr/>
          <p:nvPr/>
        </p:nvGrpSpPr>
        <p:grpSpPr>
          <a:xfrm>
            <a:off x="1452328" y="2029197"/>
            <a:ext cx="11438558" cy="3352800"/>
            <a:chOff x="0" y="0"/>
            <a:chExt cx="15251410" cy="4470400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0" y="0"/>
              <a:ext cx="14028700" cy="44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Solution Overview (What their product does)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Key Features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Unique Value</a:t>
              </a:r>
              <a:endParaRPr/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222710" y="13994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742427" y="1962522"/>
            <a:ext cx="4706682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2419271" y="2681356"/>
            <a:ext cx="12462895" cy="2983291"/>
            <a:chOff x="0" y="0"/>
            <a:chExt cx="16617193" cy="3977721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0" y="0"/>
              <a:ext cx="15284987" cy="243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33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Tech stack</a:t>
              </a:r>
              <a:endParaRPr/>
            </a:p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33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Data flow</a:t>
              </a:r>
              <a:endParaRPr/>
            </a:p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33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APIs used( If any used)</a:t>
              </a:r>
              <a:endParaRPr/>
            </a:p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33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1332206" y="3361663"/>
              <a:ext cx="15284987" cy="616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1913006"/>
            <a:ext cx="9064063" cy="53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MARKET RESEARCH/ANALYSIS</a:t>
            </a:r>
            <a:endParaRPr/>
          </a:p>
        </p:txBody>
      </p:sp>
      <p:grpSp>
        <p:nvGrpSpPr>
          <p:cNvPr id="122" name="Google Shape;122;p17"/>
          <p:cNvGrpSpPr/>
          <p:nvPr/>
        </p:nvGrpSpPr>
        <p:grpSpPr>
          <a:xfrm>
            <a:off x="2963944" y="2617286"/>
            <a:ext cx="11438558" cy="3157191"/>
            <a:chOff x="0" y="0"/>
            <a:chExt cx="15251410" cy="4209589"/>
          </a:xfrm>
        </p:grpSpPr>
        <p:sp>
          <p:nvSpPr>
            <p:cNvPr id="123" name="Google Shape;123;p17"/>
            <p:cNvSpPr txBox="1"/>
            <p:nvPr/>
          </p:nvSpPr>
          <p:spPr>
            <a:xfrm>
              <a:off x="0" y="0"/>
              <a:ext cx="15251410" cy="3037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Target users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Market size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Potential revenue model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Expected growth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27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222710" y="36346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-2138647" y="1632214"/>
            <a:ext cx="9064063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1" name="Google Shape;131;p18"/>
          <p:cNvGrpSpPr/>
          <p:nvPr/>
        </p:nvGrpSpPr>
        <p:grpSpPr>
          <a:xfrm>
            <a:off x="1206137" y="2405409"/>
            <a:ext cx="11438558" cy="3157191"/>
            <a:chOff x="0" y="0"/>
            <a:chExt cx="15251410" cy="4209589"/>
          </a:xfrm>
        </p:grpSpPr>
        <p:sp>
          <p:nvSpPr>
            <p:cNvPr id="132" name="Google Shape;132;p18"/>
            <p:cNvSpPr txBox="1"/>
            <p:nvPr/>
          </p:nvSpPr>
          <p:spPr>
            <a:xfrm>
              <a:off x="0" y="0"/>
              <a:ext cx="14028700" cy="27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Mobile app deployment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AI model improvement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Enterprise integrations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Scaling to global users</a:t>
              </a:r>
              <a:endParaRPr/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1222710" y="36346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-1537303" y="1601204"/>
            <a:ext cx="9064063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EXTRA(OPTIONAL)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2196451" y="2405409"/>
            <a:ext cx="11438558" cy="2738091"/>
            <a:chOff x="0" y="0"/>
            <a:chExt cx="15251410" cy="3650789"/>
          </a:xfrm>
        </p:grpSpPr>
        <p:sp>
          <p:nvSpPr>
            <p:cNvPr id="141" name="Google Shape;141;p19"/>
            <p:cNvSpPr txBox="1"/>
            <p:nvPr/>
          </p:nvSpPr>
          <p:spPr>
            <a:xfrm>
              <a:off x="0" y="0"/>
              <a:ext cx="15251400" cy="24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-326777" lvl="1" marL="653555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3027"/>
                <a:buFont typeface="Arial"/>
                <a:buChar char="•"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Additional information </a:t>
              </a:r>
              <a:endParaRPr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326778" lvl="1" marL="653555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3027"/>
                <a:buFont typeface="IBM Plex Sans"/>
                <a:buChar char="•"/>
              </a:pPr>
              <a:r>
                <a:rPr lang="en-US" sz="3027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Free to use if you want to !</a:t>
              </a:r>
              <a:endParaRPr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27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1222710" y="30758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9088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0167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